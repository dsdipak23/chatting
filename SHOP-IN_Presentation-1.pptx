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SHOP-IN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Your Trusted Online Shopping Platform</a:t>
            </a:r>
          </a:p>
          <a:p>
            <a:r>
              <a:t>Presented by Dipak Sharma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About SHOP-IN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SHOP-IN is an online shopping website.</a:t>
            </a:r>
          </a:p>
          <a:p>
            <a:r>
              <a:t>• Provides quality products at affordable prices.</a:t>
            </a:r>
          </a:p>
          <a:p>
            <a:r>
              <a:t>• Easy to use and customer-friendly platform.</a:t>
            </a:r>
          </a:p>
          <a:p>
            <a:r>
              <a:t>• Fast and reliable service.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Products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Electronics</a:t>
            </a:r>
          </a:p>
          <a:p>
            <a:r>
              <a:t>• Fashion &amp; Clothing</a:t>
            </a:r>
          </a:p>
          <a:p>
            <a:r>
              <a:t>• Home &amp; Kitchen</a:t>
            </a:r>
          </a:p>
          <a:p>
            <a:r>
              <a:t>• Beauty &amp; Personal Care</a:t>
            </a:r>
          </a:p>
          <a:p>
            <a:r>
              <a:t>• Accessories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Secure Online Payment</a:t>
            </a:r>
          </a:p>
          <a:p>
            <a:r>
              <a:t>• Cash on Delivery Option</a:t>
            </a:r>
          </a:p>
          <a:p>
            <a:r>
              <a:t>• User Account System</a:t>
            </a:r>
          </a:p>
          <a:p>
            <a:r>
              <a:t>• Order Tracking</a:t>
            </a:r>
          </a:p>
          <a:p>
            <a:r>
              <a:t>• 24/7 Customer Support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Choose SHOP-IN?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Trusted &amp; Reliable</a:t>
            </a:r>
          </a:p>
          <a:p>
            <a:r>
              <a:t>• Quality Assurance</a:t>
            </a:r>
          </a:p>
          <a:p>
            <a:r>
              <a:t>• Fast Delivery</a:t>
            </a:r>
          </a:p>
          <a:p>
            <a:r>
              <a:t>• Easy Return Policy</a:t>
            </a:r>
          </a:p>
          <a:p>
            <a:r>
              <a:t>• Customer Satisfaction Priority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Contact 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Website: www.shopin.com</a:t>
            </a:r>
          </a:p>
          <a:p>
            <a:r>
              <a:t>Email: support@shopin.com</a:t>
            </a:r>
          </a:p>
          <a:p>
            <a:r>
              <a:t>Phone: +977-XXXXXXXXXX</a:t>
            </a:r>
          </a:p>
          <a:p>
            <a:r>
              <a:t>Location: Nepal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